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8288000" cy="10287000"/>
  <p:notesSz cx="6858000" cy="9144000"/>
  <p:embeddedFontLst>
    <p:embeddedFont>
      <p:font typeface="Gotham" panose="020B0604020202020204" charset="0"/>
      <p:regular r:id="rId14"/>
    </p:embeddedFont>
    <p:embeddedFont>
      <p:font typeface="Gotham Bold" panose="020B0604020202020204" charset="0"/>
      <p:regular r:id="rId15"/>
    </p:embeddedFont>
    <p:embeddedFont>
      <p:font typeface="Inter SemiBold" panose="020B0604020202020204" charset="0"/>
      <p:regular r:id="rId16"/>
      <p:bold r:id="rId17"/>
    </p:embeddedFont>
    <p:embeddedFont>
      <p:font typeface="League Spartan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2279A-8C15-4CAA-895D-9FF366CC5A1F}" v="43" dt="2025-11-03T09:38:36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4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mael sylla" userId="c797cd10458da4a1" providerId="LiveId" clId="{68718645-A835-49BE-87A0-DA6E4FA3DBCF}"/>
    <pc:docChg chg="undo custSel addSld delSld modSld">
      <pc:chgData name="ismael sylla" userId="c797cd10458da4a1" providerId="LiveId" clId="{68718645-A835-49BE-87A0-DA6E4FA3DBCF}" dt="2025-11-03T09:38:31.881" v="209" actId="313"/>
      <pc:docMkLst>
        <pc:docMk/>
      </pc:docMkLst>
      <pc:sldChg chg="del">
        <pc:chgData name="ismael sylla" userId="c797cd10458da4a1" providerId="LiveId" clId="{68718645-A835-49BE-87A0-DA6E4FA3DBCF}" dt="2025-11-03T09:06:17.306" v="17" actId="47"/>
        <pc:sldMkLst>
          <pc:docMk/>
          <pc:sldMk cId="0" sldId="256"/>
        </pc:sldMkLst>
      </pc:sldChg>
      <pc:sldChg chg="modSp mod">
        <pc:chgData name="ismael sylla" userId="c797cd10458da4a1" providerId="LiveId" clId="{68718645-A835-49BE-87A0-DA6E4FA3DBCF}" dt="2025-11-03T09:05:46.376" v="15" actId="6549"/>
        <pc:sldMkLst>
          <pc:docMk/>
          <pc:sldMk cId="0" sldId="257"/>
        </pc:sldMkLst>
        <pc:spChg chg="mod">
          <ac:chgData name="ismael sylla" userId="c797cd10458da4a1" providerId="LiveId" clId="{68718645-A835-49BE-87A0-DA6E4FA3DBCF}" dt="2025-11-03T09:05:46.376" v="15" actId="6549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">
        <pc:chgData name="ismael sylla" userId="c797cd10458da4a1" providerId="LiveId" clId="{68718645-A835-49BE-87A0-DA6E4FA3DBCF}" dt="2025-11-03T09:32:04.679" v="172" actId="571"/>
        <pc:sldMkLst>
          <pc:docMk/>
          <pc:sldMk cId="0" sldId="258"/>
        </pc:sldMkLst>
        <pc:spChg chg="del topLvl">
          <ac:chgData name="ismael sylla" userId="c797cd10458da4a1" providerId="LiveId" clId="{68718645-A835-49BE-87A0-DA6E4FA3DBCF}" dt="2025-11-03T09:29:07.684" v="152" actId="478"/>
          <ac:spMkLst>
            <pc:docMk/>
            <pc:sldMk cId="0" sldId="258"/>
            <ac:spMk id="13" creationId="{00000000-0000-0000-0000-000000000000}"/>
          </ac:spMkLst>
        </pc:spChg>
        <pc:grpChg chg="del mod">
          <ac:chgData name="ismael sylla" userId="c797cd10458da4a1" providerId="LiveId" clId="{68718645-A835-49BE-87A0-DA6E4FA3DBCF}" dt="2025-11-03T09:29:07.684" v="152" actId="478"/>
          <ac:grpSpMkLst>
            <pc:docMk/>
            <pc:sldMk cId="0" sldId="258"/>
            <ac:grpSpMk id="12" creationId="{00000000-0000-0000-0000-000000000000}"/>
          </ac:grpSpMkLst>
        </pc:grpChg>
        <pc:picChg chg="add mod">
          <ac:chgData name="ismael sylla" userId="c797cd10458da4a1" providerId="LiveId" clId="{68718645-A835-49BE-87A0-DA6E4FA3DBCF}" dt="2025-11-03T09:29:19.602" v="156" actId="1076"/>
          <ac:picMkLst>
            <pc:docMk/>
            <pc:sldMk cId="0" sldId="258"/>
            <ac:picMk id="22" creationId="{53D0854A-ECDA-9161-9954-8A83B2A7EC78}"/>
          </ac:picMkLst>
        </pc:picChg>
        <pc:picChg chg="add mod">
          <ac:chgData name="ismael sylla" userId="c797cd10458da4a1" providerId="LiveId" clId="{68718645-A835-49BE-87A0-DA6E4FA3DBCF}" dt="2025-11-03T09:29:16.808" v="155" actId="1076"/>
          <ac:picMkLst>
            <pc:docMk/>
            <pc:sldMk cId="0" sldId="258"/>
            <ac:picMk id="23" creationId="{E29FA274-DD50-AC8C-C983-BFC4BAAB17B7}"/>
          </ac:picMkLst>
        </pc:picChg>
        <pc:picChg chg="add mod">
          <ac:chgData name="ismael sylla" userId="c797cd10458da4a1" providerId="LiveId" clId="{68718645-A835-49BE-87A0-DA6E4FA3DBCF}" dt="2025-11-03T09:29:56.098" v="166" actId="14100"/>
          <ac:picMkLst>
            <pc:docMk/>
            <pc:sldMk cId="0" sldId="258"/>
            <ac:picMk id="24" creationId="{5E76386F-09E0-E4AC-EDF9-DBD3B5570BAD}"/>
          </ac:picMkLst>
        </pc:picChg>
        <pc:picChg chg="add mod">
          <ac:chgData name="ismael sylla" userId="c797cd10458da4a1" providerId="LiveId" clId="{68718645-A835-49BE-87A0-DA6E4FA3DBCF}" dt="2025-11-03T09:32:04.679" v="172" actId="571"/>
          <ac:picMkLst>
            <pc:docMk/>
            <pc:sldMk cId="0" sldId="258"/>
            <ac:picMk id="25" creationId="{F07DC3F5-4C14-6999-30EF-9AE4B362D4AD}"/>
          </ac:picMkLst>
        </pc:picChg>
        <pc:picChg chg="add mod">
          <ac:chgData name="ismael sylla" userId="c797cd10458da4a1" providerId="LiveId" clId="{68718645-A835-49BE-87A0-DA6E4FA3DBCF}" dt="2025-11-03T09:32:04.679" v="172" actId="571"/>
          <ac:picMkLst>
            <pc:docMk/>
            <pc:sldMk cId="0" sldId="258"/>
            <ac:picMk id="26" creationId="{E15A4573-2CEB-C5C0-00A6-30D27B2947C0}"/>
          </ac:picMkLst>
        </pc:picChg>
        <pc:picChg chg="add mod">
          <ac:chgData name="ismael sylla" userId="c797cd10458da4a1" providerId="LiveId" clId="{68718645-A835-49BE-87A0-DA6E4FA3DBCF}" dt="2025-11-03T09:32:04.679" v="172" actId="571"/>
          <ac:picMkLst>
            <pc:docMk/>
            <pc:sldMk cId="0" sldId="258"/>
            <ac:picMk id="27" creationId="{5EAB9A1A-4452-4C01-D53D-DD6AC781F047}"/>
          </ac:picMkLst>
        </pc:picChg>
      </pc:sldChg>
      <pc:sldChg chg="addSp delSp modSp mod">
        <pc:chgData name="ismael sylla" userId="c797cd10458da4a1" providerId="LiveId" clId="{68718645-A835-49BE-87A0-DA6E4FA3DBCF}" dt="2025-11-03T09:38:31.881" v="209" actId="313"/>
        <pc:sldMkLst>
          <pc:docMk/>
          <pc:sldMk cId="0" sldId="259"/>
        </pc:sldMkLst>
        <pc:spChg chg="mod">
          <ac:chgData name="ismael sylla" userId="c797cd10458da4a1" providerId="LiveId" clId="{68718645-A835-49BE-87A0-DA6E4FA3DBCF}" dt="2025-11-03T09:38:31.881" v="209" actId="313"/>
          <ac:spMkLst>
            <pc:docMk/>
            <pc:sldMk cId="0" sldId="259"/>
            <ac:spMk id="13" creationId="{00000000-0000-0000-0000-000000000000}"/>
          </ac:spMkLst>
        </pc:spChg>
        <pc:spChg chg="add mod">
          <ac:chgData name="ismael sylla" userId="c797cd10458da4a1" providerId="LiveId" clId="{68718645-A835-49BE-87A0-DA6E4FA3DBCF}" dt="2025-11-03T09:31:09.275" v="170" actId="14100"/>
          <ac:spMkLst>
            <pc:docMk/>
            <pc:sldMk cId="0" sldId="259"/>
            <ac:spMk id="18" creationId="{6F44FEB2-2BA7-4CBA-4673-7EB804ADC80E}"/>
          </ac:spMkLst>
        </pc:spChg>
        <pc:spChg chg="mod">
          <ac:chgData name="ismael sylla" userId="c797cd10458da4a1" providerId="LiveId" clId="{68718645-A835-49BE-87A0-DA6E4FA3DBCF}" dt="2025-11-03T09:35:34.630" v="197"/>
          <ac:spMkLst>
            <pc:docMk/>
            <pc:sldMk cId="0" sldId="259"/>
            <ac:spMk id="23" creationId="{7972CCF1-9336-9D1E-7793-95D0BF072E35}"/>
          </ac:spMkLst>
        </pc:spChg>
        <pc:spChg chg="mod">
          <ac:chgData name="ismael sylla" userId="c797cd10458da4a1" providerId="LiveId" clId="{68718645-A835-49BE-87A0-DA6E4FA3DBCF}" dt="2025-11-03T09:35:34.630" v="197"/>
          <ac:spMkLst>
            <pc:docMk/>
            <pc:sldMk cId="0" sldId="259"/>
            <ac:spMk id="24" creationId="{1B7EB79A-B642-D58B-8F2E-F7ACEF2EFA16}"/>
          </ac:spMkLst>
        </pc:spChg>
        <pc:grpChg chg="del">
          <ac:chgData name="ismael sylla" userId="c797cd10458da4a1" providerId="LiveId" clId="{68718645-A835-49BE-87A0-DA6E4FA3DBCF}" dt="2025-11-03T09:35:33.717" v="196" actId="478"/>
          <ac:grpSpMkLst>
            <pc:docMk/>
            <pc:sldMk cId="0" sldId="259"/>
            <ac:grpSpMk id="9" creationId="{00000000-0000-0000-0000-000000000000}"/>
          </ac:grpSpMkLst>
        </pc:grpChg>
        <pc:grpChg chg="add mod">
          <ac:chgData name="ismael sylla" userId="c797cd10458da4a1" providerId="LiveId" clId="{68718645-A835-49BE-87A0-DA6E4FA3DBCF}" dt="2025-11-03T09:35:34.630" v="197"/>
          <ac:grpSpMkLst>
            <pc:docMk/>
            <pc:sldMk cId="0" sldId="259"/>
            <ac:grpSpMk id="22" creationId="{685F3FE4-73B2-CB97-F951-71F7DE467148}"/>
          </ac:grpSpMkLst>
        </pc:grpChg>
        <pc:graphicFrameChg chg="del mod">
          <ac:chgData name="ismael sylla" userId="c797cd10458da4a1" providerId="LiveId" clId="{68718645-A835-49BE-87A0-DA6E4FA3DBCF}" dt="2025-11-03T09:31:01.028" v="167" actId="478"/>
          <ac:graphicFrameMkLst>
            <pc:docMk/>
            <pc:sldMk cId="0" sldId="259"/>
            <ac:graphicFrameMk id="12" creationId="{00000000-0000-0000-0000-000000000000}"/>
          </ac:graphicFrameMkLst>
        </pc:graphicFrameChg>
        <pc:graphicFrameChg chg="add mod">
          <ac:chgData name="ismael sylla" userId="c797cd10458da4a1" providerId="LiveId" clId="{68718645-A835-49BE-87A0-DA6E4FA3DBCF}" dt="2025-11-03T09:31:20.888" v="171" actId="1076"/>
          <ac:graphicFrameMkLst>
            <pc:docMk/>
            <pc:sldMk cId="0" sldId="259"/>
            <ac:graphicFrameMk id="17" creationId="{D2BAE828-BF87-BB19-4401-4D315243478F}"/>
          </ac:graphicFrameMkLst>
        </pc:graphicFrameChg>
        <pc:picChg chg="add mod">
          <ac:chgData name="ismael sylla" userId="c797cd10458da4a1" providerId="LiveId" clId="{68718645-A835-49BE-87A0-DA6E4FA3DBCF}" dt="2025-11-03T09:32:45.576" v="175"/>
          <ac:picMkLst>
            <pc:docMk/>
            <pc:sldMk cId="0" sldId="259"/>
            <ac:picMk id="19" creationId="{C9CC8CE2-3912-9258-C087-FB519CBAA2A9}"/>
          </ac:picMkLst>
        </pc:picChg>
        <pc:picChg chg="add mod">
          <ac:chgData name="ismael sylla" userId="c797cd10458da4a1" providerId="LiveId" clId="{68718645-A835-49BE-87A0-DA6E4FA3DBCF}" dt="2025-11-03T09:32:45.576" v="175"/>
          <ac:picMkLst>
            <pc:docMk/>
            <pc:sldMk cId="0" sldId="259"/>
            <ac:picMk id="20" creationId="{6016B34B-03F4-1DAB-3340-B2FB87670433}"/>
          </ac:picMkLst>
        </pc:picChg>
        <pc:picChg chg="add mod">
          <ac:chgData name="ismael sylla" userId="c797cd10458da4a1" providerId="LiveId" clId="{68718645-A835-49BE-87A0-DA6E4FA3DBCF}" dt="2025-11-03T09:32:45.576" v="175"/>
          <ac:picMkLst>
            <pc:docMk/>
            <pc:sldMk cId="0" sldId="259"/>
            <ac:picMk id="21" creationId="{DCF1C9DD-47ED-6766-69B0-15E171B0A7D1}"/>
          </ac:picMkLst>
        </pc:picChg>
      </pc:sldChg>
      <pc:sldChg chg="addSp delSp modSp mod">
        <pc:chgData name="ismael sylla" userId="c797cd10458da4a1" providerId="LiveId" clId="{68718645-A835-49BE-87A0-DA6E4FA3DBCF}" dt="2025-11-03T09:32:24.947" v="174" actId="478"/>
        <pc:sldMkLst>
          <pc:docMk/>
          <pc:sldMk cId="0" sldId="260"/>
        </pc:sldMkLst>
        <pc:grpChg chg="del">
          <ac:chgData name="ismael sylla" userId="c797cd10458da4a1" providerId="LiveId" clId="{68718645-A835-49BE-87A0-DA6E4FA3DBCF}" dt="2025-11-03T09:32:24.947" v="174" actId="478"/>
          <ac:grpSpMkLst>
            <pc:docMk/>
            <pc:sldMk cId="0" sldId="260"/>
            <ac:grpSpMk id="13" creationId="{00000000-0000-0000-0000-000000000000}"/>
          </ac:grpSpMkLst>
        </pc:grpChg>
        <pc:picChg chg="add mod">
          <ac:chgData name="ismael sylla" userId="c797cd10458da4a1" providerId="LiveId" clId="{68718645-A835-49BE-87A0-DA6E4FA3DBCF}" dt="2025-11-03T09:32:11.022" v="173"/>
          <ac:picMkLst>
            <pc:docMk/>
            <pc:sldMk cId="0" sldId="260"/>
            <ac:picMk id="15" creationId="{75D0C101-D82F-6332-3CD0-58982AF4F71E}"/>
          </ac:picMkLst>
        </pc:picChg>
        <pc:picChg chg="add mod">
          <ac:chgData name="ismael sylla" userId="c797cd10458da4a1" providerId="LiveId" clId="{68718645-A835-49BE-87A0-DA6E4FA3DBCF}" dt="2025-11-03T09:32:11.022" v="173"/>
          <ac:picMkLst>
            <pc:docMk/>
            <pc:sldMk cId="0" sldId="260"/>
            <ac:picMk id="16" creationId="{2E8F8010-4A2F-0A7B-9A38-BB98C055236E}"/>
          </ac:picMkLst>
        </pc:picChg>
        <pc:picChg chg="add mod">
          <ac:chgData name="ismael sylla" userId="c797cd10458da4a1" providerId="LiveId" clId="{68718645-A835-49BE-87A0-DA6E4FA3DBCF}" dt="2025-11-03T09:32:11.022" v="173"/>
          <ac:picMkLst>
            <pc:docMk/>
            <pc:sldMk cId="0" sldId="260"/>
            <ac:picMk id="17" creationId="{E790553F-B2B7-01A1-9454-644BD7DEDA95}"/>
          </ac:picMkLst>
        </pc:picChg>
      </pc:sldChg>
      <pc:sldChg chg="addSp delSp modSp mod">
        <pc:chgData name="ismael sylla" userId="c797cd10458da4a1" providerId="LiveId" clId="{68718645-A835-49BE-87A0-DA6E4FA3DBCF}" dt="2025-11-03T09:35:41.793" v="199"/>
        <pc:sldMkLst>
          <pc:docMk/>
          <pc:sldMk cId="0" sldId="261"/>
        </pc:sldMkLst>
        <pc:spChg chg="mod">
          <ac:chgData name="ismael sylla" userId="c797cd10458da4a1" providerId="LiveId" clId="{68718645-A835-49BE-87A0-DA6E4FA3DBCF}" dt="2025-11-03T09:35:08.541" v="192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34:55.848" v="190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35:10.524" v="193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35:41.793" v="199"/>
          <ac:spMkLst>
            <pc:docMk/>
            <pc:sldMk cId="0" sldId="261"/>
            <ac:spMk id="20" creationId="{40B06F47-0867-FF20-9EC4-51B8E7BEFA36}"/>
          </ac:spMkLst>
        </pc:spChg>
        <pc:spChg chg="mod">
          <ac:chgData name="ismael sylla" userId="c797cd10458da4a1" providerId="LiveId" clId="{68718645-A835-49BE-87A0-DA6E4FA3DBCF}" dt="2025-11-03T09:35:41.793" v="199"/>
          <ac:spMkLst>
            <pc:docMk/>
            <pc:sldMk cId="0" sldId="261"/>
            <ac:spMk id="21" creationId="{8FE3D2C5-A766-06C0-DF47-40D270AA5BEF}"/>
          </ac:spMkLst>
        </pc:spChg>
        <pc:grpChg chg="del mod">
          <ac:chgData name="ismael sylla" userId="c797cd10458da4a1" providerId="LiveId" clId="{68718645-A835-49BE-87A0-DA6E4FA3DBCF}" dt="2025-11-03T09:35:41.177" v="198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ismael sylla" userId="c797cd10458da4a1" providerId="LiveId" clId="{68718645-A835-49BE-87A0-DA6E4FA3DBCF}" dt="2025-11-03T09:32:56.537" v="176" actId="478"/>
          <ac:grpSpMkLst>
            <pc:docMk/>
            <pc:sldMk cId="0" sldId="261"/>
            <ac:grpSpMk id="9" creationId="{00000000-0000-0000-0000-000000000000}"/>
          </ac:grpSpMkLst>
        </pc:grpChg>
        <pc:grpChg chg="add mod">
          <ac:chgData name="ismael sylla" userId="c797cd10458da4a1" providerId="LiveId" clId="{68718645-A835-49BE-87A0-DA6E4FA3DBCF}" dt="2025-11-03T09:35:41.793" v="199"/>
          <ac:grpSpMkLst>
            <pc:docMk/>
            <pc:sldMk cId="0" sldId="261"/>
            <ac:grpSpMk id="19" creationId="{AADFCEBB-7BEC-C75C-EBC7-96DBF0768DBB}"/>
          </ac:grpSpMkLst>
        </pc:grpChg>
        <pc:picChg chg="add mod">
          <ac:chgData name="ismael sylla" userId="c797cd10458da4a1" providerId="LiveId" clId="{68718645-A835-49BE-87A0-DA6E4FA3DBCF}" dt="2025-11-03T09:32:57.700" v="177"/>
          <ac:picMkLst>
            <pc:docMk/>
            <pc:sldMk cId="0" sldId="261"/>
            <ac:picMk id="16" creationId="{32198DF1-C101-B292-AA2D-24801C9BED73}"/>
          </ac:picMkLst>
        </pc:picChg>
        <pc:picChg chg="add mod">
          <ac:chgData name="ismael sylla" userId="c797cd10458da4a1" providerId="LiveId" clId="{68718645-A835-49BE-87A0-DA6E4FA3DBCF}" dt="2025-11-03T09:35:19.156" v="195" actId="1076"/>
          <ac:picMkLst>
            <pc:docMk/>
            <pc:sldMk cId="0" sldId="261"/>
            <ac:picMk id="17" creationId="{15E12FAD-A3B2-D848-F0B6-21C9D2CA9936}"/>
          </ac:picMkLst>
        </pc:picChg>
        <pc:picChg chg="add mod">
          <ac:chgData name="ismael sylla" userId="c797cd10458da4a1" providerId="LiveId" clId="{68718645-A835-49BE-87A0-DA6E4FA3DBCF}" dt="2025-11-03T09:32:57.700" v="177"/>
          <ac:picMkLst>
            <pc:docMk/>
            <pc:sldMk cId="0" sldId="261"/>
            <ac:picMk id="18" creationId="{8E740AC1-2A89-836F-086A-25EBB306E210}"/>
          </ac:picMkLst>
        </pc:picChg>
      </pc:sldChg>
      <pc:sldChg chg="addSp delSp modSp mod">
        <pc:chgData name="ismael sylla" userId="c797cd10458da4a1" providerId="LiveId" clId="{68718645-A835-49BE-87A0-DA6E4FA3DBCF}" dt="2025-11-03T09:33:06.879" v="180"/>
        <pc:sldMkLst>
          <pc:docMk/>
          <pc:sldMk cId="0" sldId="262"/>
        </pc:sldMkLst>
        <pc:grpChg chg="del mod">
          <ac:chgData name="ismael sylla" userId="c797cd10458da4a1" providerId="LiveId" clId="{68718645-A835-49BE-87A0-DA6E4FA3DBCF}" dt="2025-11-03T09:33:05.926" v="179" actId="478"/>
          <ac:grpSpMkLst>
            <pc:docMk/>
            <pc:sldMk cId="0" sldId="262"/>
            <ac:grpSpMk id="10" creationId="{00000000-0000-0000-0000-000000000000}"/>
          </ac:grpSpMkLst>
        </pc:grpChg>
        <pc:picChg chg="add mod">
          <ac:chgData name="ismael sylla" userId="c797cd10458da4a1" providerId="LiveId" clId="{68718645-A835-49BE-87A0-DA6E4FA3DBCF}" dt="2025-11-03T09:33:06.879" v="180"/>
          <ac:picMkLst>
            <pc:docMk/>
            <pc:sldMk cId="0" sldId="262"/>
            <ac:picMk id="13" creationId="{E3485922-AD38-102B-08CC-0FFCF4857484}"/>
          </ac:picMkLst>
        </pc:picChg>
        <pc:picChg chg="add mod">
          <ac:chgData name="ismael sylla" userId="c797cd10458da4a1" providerId="LiveId" clId="{68718645-A835-49BE-87A0-DA6E4FA3DBCF}" dt="2025-11-03T09:33:06.879" v="180"/>
          <ac:picMkLst>
            <pc:docMk/>
            <pc:sldMk cId="0" sldId="262"/>
            <ac:picMk id="14" creationId="{FA6D49A1-4A59-3C18-7205-3D9DF8D3C392}"/>
          </ac:picMkLst>
        </pc:picChg>
        <pc:picChg chg="add mod">
          <ac:chgData name="ismael sylla" userId="c797cd10458da4a1" providerId="LiveId" clId="{68718645-A835-49BE-87A0-DA6E4FA3DBCF}" dt="2025-11-03T09:33:06.879" v="180"/>
          <ac:picMkLst>
            <pc:docMk/>
            <pc:sldMk cId="0" sldId="262"/>
            <ac:picMk id="15" creationId="{49D87393-21FA-CDAC-9D7A-95A84225D540}"/>
          </ac:picMkLst>
        </pc:picChg>
      </pc:sldChg>
      <pc:sldChg chg="addSp delSp modSp mod">
        <pc:chgData name="ismael sylla" userId="c797cd10458da4a1" providerId="LiveId" clId="{68718645-A835-49BE-87A0-DA6E4FA3DBCF}" dt="2025-11-03T09:33:15.594" v="182"/>
        <pc:sldMkLst>
          <pc:docMk/>
          <pc:sldMk cId="0" sldId="263"/>
        </pc:sldMkLst>
        <pc:spChg chg="add mod">
          <ac:chgData name="ismael sylla" userId="c797cd10458da4a1" providerId="LiveId" clId="{68718645-A835-49BE-87A0-DA6E4FA3DBCF}" dt="2025-11-03T09:10:22.468" v="43" actId="1076"/>
          <ac:spMkLst>
            <pc:docMk/>
            <pc:sldMk cId="0" sldId="263"/>
            <ac:spMk id="15" creationId="{AD8967E8-3623-FDD1-2795-441CE0ACF890}"/>
          </ac:spMkLst>
        </pc:spChg>
        <pc:spChg chg="add del mod">
          <ac:chgData name="ismael sylla" userId="c797cd10458da4a1" providerId="LiveId" clId="{68718645-A835-49BE-87A0-DA6E4FA3DBCF}" dt="2025-11-03T09:09:20.544" v="35" actId="478"/>
          <ac:spMkLst>
            <pc:docMk/>
            <pc:sldMk cId="0" sldId="263"/>
            <ac:spMk id="17" creationId="{B6E70A31-B6C1-5B26-BA41-CC4B8F8EEB5C}"/>
          </ac:spMkLst>
        </pc:spChg>
        <pc:spChg chg="add mod">
          <ac:chgData name="ismael sylla" userId="c797cd10458da4a1" providerId="LiveId" clId="{68718645-A835-49BE-87A0-DA6E4FA3DBCF}" dt="2025-11-03T09:09:53.008" v="39" actId="14100"/>
          <ac:spMkLst>
            <pc:docMk/>
            <pc:sldMk cId="0" sldId="263"/>
            <ac:spMk id="19" creationId="{94150B83-4207-B1B5-3B32-26FF4D575E0B}"/>
          </ac:spMkLst>
        </pc:spChg>
        <pc:grpChg chg="del">
          <ac:chgData name="ismael sylla" userId="c797cd10458da4a1" providerId="LiveId" clId="{68718645-A835-49BE-87A0-DA6E4FA3DBCF}" dt="2025-11-03T09:33:14.926" v="181" actId="478"/>
          <ac:grpSpMkLst>
            <pc:docMk/>
            <pc:sldMk cId="0" sldId="263"/>
            <ac:grpSpMk id="8" creationId="{00000000-0000-0000-0000-000000000000}"/>
          </ac:grpSpMkLst>
        </pc:grpChg>
        <pc:graphicFrameChg chg="del mod">
          <ac:chgData name="ismael sylla" userId="c797cd10458da4a1" providerId="LiveId" clId="{68718645-A835-49BE-87A0-DA6E4FA3DBCF}" dt="2025-11-03T09:09:08.686" v="30" actId="478"/>
          <ac:graphicFrameMkLst>
            <pc:docMk/>
            <pc:sldMk cId="0" sldId="263"/>
            <ac:graphicFrameMk id="10" creationId="{00000000-0000-0000-0000-000000000000}"/>
          </ac:graphicFrameMkLst>
        </pc:graphicFrameChg>
        <pc:graphicFrameChg chg="add del mod">
          <ac:chgData name="ismael sylla" userId="c797cd10458da4a1" providerId="LiveId" clId="{68718645-A835-49BE-87A0-DA6E4FA3DBCF}" dt="2025-11-03T09:09:11.273" v="31" actId="478"/>
          <ac:graphicFrameMkLst>
            <pc:docMk/>
            <pc:sldMk cId="0" sldId="263"/>
            <ac:graphicFrameMk id="14" creationId="{786BEC48-277A-E705-1640-EBE7D845F945}"/>
          </ac:graphicFrameMkLst>
        </pc:graphicFrameChg>
        <pc:graphicFrameChg chg="add del mod">
          <ac:chgData name="ismael sylla" userId="c797cd10458da4a1" providerId="LiveId" clId="{68718645-A835-49BE-87A0-DA6E4FA3DBCF}" dt="2025-11-03T09:09:20.544" v="35" actId="478"/>
          <ac:graphicFrameMkLst>
            <pc:docMk/>
            <pc:sldMk cId="0" sldId="263"/>
            <ac:graphicFrameMk id="16" creationId="{5A65AF24-F2FD-F32C-4F37-0A122293A992}"/>
          </ac:graphicFrameMkLst>
        </pc:graphicFrameChg>
        <pc:graphicFrameChg chg="add mod modGraphic">
          <ac:chgData name="ismael sylla" userId="c797cd10458da4a1" providerId="LiveId" clId="{68718645-A835-49BE-87A0-DA6E4FA3DBCF}" dt="2025-11-03T09:10:02.357" v="41" actId="14100"/>
          <ac:graphicFrameMkLst>
            <pc:docMk/>
            <pc:sldMk cId="0" sldId="263"/>
            <ac:graphicFrameMk id="18" creationId="{A3E1F62E-D1B0-EDF6-CF0D-06B1E7889E31}"/>
          </ac:graphicFrameMkLst>
        </pc:graphicFrameChg>
        <pc:picChg chg="add mod">
          <ac:chgData name="ismael sylla" userId="c797cd10458da4a1" providerId="LiveId" clId="{68718645-A835-49BE-87A0-DA6E4FA3DBCF}" dt="2025-11-03T09:33:15.594" v="182"/>
          <ac:picMkLst>
            <pc:docMk/>
            <pc:sldMk cId="0" sldId="263"/>
            <ac:picMk id="20" creationId="{5E697800-D186-EDA2-DF66-EE0A06DCE9A2}"/>
          </ac:picMkLst>
        </pc:picChg>
        <pc:picChg chg="add mod">
          <ac:chgData name="ismael sylla" userId="c797cd10458da4a1" providerId="LiveId" clId="{68718645-A835-49BE-87A0-DA6E4FA3DBCF}" dt="2025-11-03T09:33:15.594" v="182"/>
          <ac:picMkLst>
            <pc:docMk/>
            <pc:sldMk cId="0" sldId="263"/>
            <ac:picMk id="21" creationId="{DD159150-EBA2-34EE-6054-9CD762F2A76A}"/>
          </ac:picMkLst>
        </pc:picChg>
        <pc:picChg chg="add mod">
          <ac:chgData name="ismael sylla" userId="c797cd10458da4a1" providerId="LiveId" clId="{68718645-A835-49BE-87A0-DA6E4FA3DBCF}" dt="2025-11-03T09:33:15.594" v="182"/>
          <ac:picMkLst>
            <pc:docMk/>
            <pc:sldMk cId="0" sldId="263"/>
            <ac:picMk id="22" creationId="{2277FDDE-2F68-D5C9-F5E3-4330FD417E93}"/>
          </ac:picMkLst>
        </pc:picChg>
      </pc:sldChg>
      <pc:sldChg chg="addSp delSp modSp mod">
        <pc:chgData name="ismael sylla" userId="c797cd10458da4a1" providerId="LiveId" clId="{68718645-A835-49BE-87A0-DA6E4FA3DBCF}" dt="2025-11-03T09:36:17.641" v="208" actId="1076"/>
        <pc:sldMkLst>
          <pc:docMk/>
          <pc:sldMk cId="0" sldId="264"/>
        </pc:sldMkLst>
        <pc:spChg chg="mod">
          <ac:chgData name="ismael sylla" userId="c797cd10458da4a1" providerId="LiveId" clId="{68718645-A835-49BE-87A0-DA6E4FA3DBCF}" dt="2025-11-03T09:10:47.330" v="46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10:51.002" v="47" actId="1076"/>
          <ac:spMkLst>
            <pc:docMk/>
            <pc:sldMk cId="0" sldId="264"/>
            <ac:spMk id="16" creationId="{00000000-0000-0000-0000-000000000000}"/>
          </ac:spMkLst>
        </pc:spChg>
        <pc:spChg chg="add mod">
          <ac:chgData name="ismael sylla" userId="c797cd10458da4a1" providerId="LiveId" clId="{68718645-A835-49BE-87A0-DA6E4FA3DBCF}" dt="2025-11-03T09:34:09.621" v="187" actId="1076"/>
          <ac:spMkLst>
            <pc:docMk/>
            <pc:sldMk cId="0" sldId="264"/>
            <ac:spMk id="21" creationId="{5E17EADC-07A6-73BD-DD24-41C69E0AC435}"/>
          </ac:spMkLst>
        </pc:spChg>
        <pc:grpChg chg="del">
          <ac:chgData name="ismael sylla" userId="c797cd10458da4a1" providerId="LiveId" clId="{68718645-A835-49BE-87A0-DA6E4FA3DBCF}" dt="2025-11-03T09:33:23.605" v="183" actId="478"/>
          <ac:grpSpMkLst>
            <pc:docMk/>
            <pc:sldMk cId="0" sldId="264"/>
            <ac:grpSpMk id="10" creationId="{00000000-0000-0000-0000-000000000000}"/>
          </ac:grpSpMkLst>
        </pc:grpChg>
        <pc:graphicFrameChg chg="del mod">
          <ac:chgData name="ismael sylla" userId="c797cd10458da4a1" providerId="LiveId" clId="{68718645-A835-49BE-87A0-DA6E4FA3DBCF}" dt="2025-11-03T09:34:05.635" v="185" actId="478"/>
          <ac:graphicFrameMkLst>
            <pc:docMk/>
            <pc:sldMk cId="0" sldId="264"/>
            <ac:graphicFrameMk id="12" creationId="{00000000-0000-0000-0000-000000000000}"/>
          </ac:graphicFrameMkLst>
        </pc:graphicFrameChg>
        <pc:graphicFrameChg chg="add mod">
          <ac:chgData name="ismael sylla" userId="c797cd10458da4a1" providerId="LiveId" clId="{68718645-A835-49BE-87A0-DA6E4FA3DBCF}" dt="2025-11-03T09:34:09.621" v="187" actId="1076"/>
          <ac:graphicFrameMkLst>
            <pc:docMk/>
            <pc:sldMk cId="0" sldId="264"/>
            <ac:graphicFrameMk id="20" creationId="{9E4ADD3F-A3B5-4A44-8D4D-E5F4260C018B}"/>
          </ac:graphicFrameMkLst>
        </pc:graphicFrameChg>
        <pc:picChg chg="add mod">
          <ac:chgData name="ismael sylla" userId="c797cd10458da4a1" providerId="LiveId" clId="{68718645-A835-49BE-87A0-DA6E4FA3DBCF}" dt="2025-11-03T09:33:24.154" v="184"/>
          <ac:picMkLst>
            <pc:docMk/>
            <pc:sldMk cId="0" sldId="264"/>
            <ac:picMk id="17" creationId="{4C111CF3-57D4-D1D1-042F-FF88FA3D3FE3}"/>
          </ac:picMkLst>
        </pc:picChg>
        <pc:picChg chg="add mod">
          <ac:chgData name="ismael sylla" userId="c797cd10458da4a1" providerId="LiveId" clId="{68718645-A835-49BE-87A0-DA6E4FA3DBCF}" dt="2025-11-03T09:36:17.641" v="208" actId="1076"/>
          <ac:picMkLst>
            <pc:docMk/>
            <pc:sldMk cId="0" sldId="264"/>
            <ac:picMk id="18" creationId="{F6280F41-D0D7-AF16-62B0-2DF56E4493B7}"/>
          </ac:picMkLst>
        </pc:picChg>
        <pc:picChg chg="add mod">
          <ac:chgData name="ismael sylla" userId="c797cd10458da4a1" providerId="LiveId" clId="{68718645-A835-49BE-87A0-DA6E4FA3DBCF}" dt="2025-11-03T09:33:24.154" v="184"/>
          <ac:picMkLst>
            <pc:docMk/>
            <pc:sldMk cId="0" sldId="264"/>
            <ac:picMk id="19" creationId="{077FF2FD-CD8D-4315-0A18-63CC52830C4F}"/>
          </ac:picMkLst>
        </pc:picChg>
      </pc:sldChg>
      <pc:sldChg chg="addSp delSp modSp mod">
        <pc:chgData name="ismael sylla" userId="c797cd10458da4a1" providerId="LiveId" clId="{68718645-A835-49BE-87A0-DA6E4FA3DBCF}" dt="2025-11-03T09:35:52.967" v="201" actId="571"/>
        <pc:sldMkLst>
          <pc:docMk/>
          <pc:sldMk cId="0" sldId="265"/>
        </pc:sldMkLst>
        <pc:spChg chg="mod">
          <ac:chgData name="ismael sylla" userId="c797cd10458da4a1" providerId="LiveId" clId="{68718645-A835-49BE-87A0-DA6E4FA3DBCF}" dt="2025-11-03T09:11:05.949" v="50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ismael sylla" userId="c797cd10458da4a1" providerId="LiveId" clId="{68718645-A835-49BE-87A0-DA6E4FA3DBCF}" dt="2025-11-03T08:21:42.850" v="12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11:03.026" v="49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11:11.443" v="51" actId="1076"/>
          <ac:spMkLst>
            <pc:docMk/>
            <pc:sldMk cId="0" sldId="265"/>
            <ac:spMk id="15" creationId="{00000000-0000-0000-0000-000000000000}"/>
          </ac:spMkLst>
        </pc:spChg>
        <pc:grpChg chg="del">
          <ac:chgData name="ismael sylla" userId="c797cd10458da4a1" providerId="LiveId" clId="{68718645-A835-49BE-87A0-DA6E4FA3DBCF}" dt="2025-11-03T09:34:16.233" v="188" actId="478"/>
          <ac:grpSpMkLst>
            <pc:docMk/>
            <pc:sldMk cId="0" sldId="265"/>
            <ac:grpSpMk id="9" creationId="{00000000-0000-0000-0000-000000000000}"/>
          </ac:grpSpMkLst>
        </pc:grpChg>
        <pc:picChg chg="add mod">
          <ac:chgData name="ismael sylla" userId="c797cd10458da4a1" providerId="LiveId" clId="{68718645-A835-49BE-87A0-DA6E4FA3DBCF}" dt="2025-11-03T09:34:25.009" v="189"/>
          <ac:picMkLst>
            <pc:docMk/>
            <pc:sldMk cId="0" sldId="265"/>
            <ac:picMk id="16" creationId="{670A7B8C-A690-3E71-1FE8-3581BC99C947}"/>
          </ac:picMkLst>
        </pc:picChg>
        <pc:picChg chg="add mod">
          <ac:chgData name="ismael sylla" userId="c797cd10458da4a1" providerId="LiveId" clId="{68718645-A835-49BE-87A0-DA6E4FA3DBCF}" dt="2025-11-03T09:34:25.009" v="189"/>
          <ac:picMkLst>
            <pc:docMk/>
            <pc:sldMk cId="0" sldId="265"/>
            <ac:picMk id="17" creationId="{5FEC591B-26A3-E753-63E4-D752DBFE2312}"/>
          </ac:picMkLst>
        </pc:picChg>
        <pc:picChg chg="add mod">
          <ac:chgData name="ismael sylla" userId="c797cd10458da4a1" providerId="LiveId" clId="{68718645-A835-49BE-87A0-DA6E4FA3DBCF}" dt="2025-11-03T09:34:25.009" v="189"/>
          <ac:picMkLst>
            <pc:docMk/>
            <pc:sldMk cId="0" sldId="265"/>
            <ac:picMk id="18" creationId="{1D2D09F2-5F22-D898-52AC-B37D94D9439D}"/>
          </ac:picMkLst>
        </pc:picChg>
        <pc:picChg chg="add mod">
          <ac:chgData name="ismael sylla" userId="c797cd10458da4a1" providerId="LiveId" clId="{68718645-A835-49BE-87A0-DA6E4FA3DBCF}" dt="2025-11-03T09:35:52.967" v="201" actId="571"/>
          <ac:picMkLst>
            <pc:docMk/>
            <pc:sldMk cId="0" sldId="265"/>
            <ac:picMk id="19" creationId="{4B6931D7-3B2F-10EC-0071-F0804FEF98C2}"/>
          </ac:picMkLst>
        </pc:picChg>
        <pc:picChg chg="add mod">
          <ac:chgData name="ismael sylla" userId="c797cd10458da4a1" providerId="LiveId" clId="{68718645-A835-49BE-87A0-DA6E4FA3DBCF}" dt="2025-11-03T09:35:52.967" v="201" actId="571"/>
          <ac:picMkLst>
            <pc:docMk/>
            <pc:sldMk cId="0" sldId="265"/>
            <ac:picMk id="20" creationId="{5C8133FD-E186-D6AB-16D6-CD0A60FF7D12}"/>
          </ac:picMkLst>
        </pc:picChg>
      </pc:sldChg>
      <pc:sldChg chg="del">
        <pc:chgData name="ismael sylla" userId="c797cd10458da4a1" providerId="LiveId" clId="{68718645-A835-49BE-87A0-DA6E4FA3DBCF}" dt="2025-11-03T08:21:08.906" v="8" actId="2696"/>
        <pc:sldMkLst>
          <pc:docMk/>
          <pc:sldMk cId="0" sldId="266"/>
        </pc:sldMkLst>
      </pc:sldChg>
      <pc:sldChg chg="del">
        <pc:chgData name="ismael sylla" userId="c797cd10458da4a1" providerId="LiveId" clId="{68718645-A835-49BE-87A0-DA6E4FA3DBCF}" dt="2025-11-03T08:21:28.276" v="9" actId="2696"/>
        <pc:sldMkLst>
          <pc:docMk/>
          <pc:sldMk cId="0" sldId="267"/>
        </pc:sldMkLst>
      </pc:sldChg>
      <pc:sldChg chg="addSp delSp modSp mod">
        <pc:chgData name="ismael sylla" userId="c797cd10458da4a1" providerId="LiveId" clId="{68718645-A835-49BE-87A0-DA6E4FA3DBCF}" dt="2025-11-03T09:36:07.189" v="207" actId="1076"/>
        <pc:sldMkLst>
          <pc:docMk/>
          <pc:sldMk cId="0" sldId="268"/>
        </pc:sldMkLst>
        <pc:spChg chg="mod">
          <ac:chgData name="ismael sylla" userId="c797cd10458da4a1" providerId="LiveId" clId="{68718645-A835-49BE-87A0-DA6E4FA3DBCF}" dt="2025-11-03T09:11:24.554" v="53" actId="1076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ismael sylla" userId="c797cd10458da4a1" providerId="LiveId" clId="{68718645-A835-49BE-87A0-DA6E4FA3DBCF}" dt="2025-11-03T08:20:42.682" v="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11:21.434" v="52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11:30.852" v="54" actId="1076"/>
          <ac:spMkLst>
            <pc:docMk/>
            <pc:sldMk cId="0" sldId="268"/>
            <ac:spMk id="15" creationId="{00000000-0000-0000-0000-000000000000}"/>
          </ac:spMkLst>
        </pc:spChg>
        <pc:grpChg chg="del">
          <ac:chgData name="ismael sylla" userId="c797cd10458da4a1" providerId="LiveId" clId="{68718645-A835-49BE-87A0-DA6E4FA3DBCF}" dt="2025-11-03T09:35:49.504" v="200" actId="478"/>
          <ac:grpSpMkLst>
            <pc:docMk/>
            <pc:sldMk cId="0" sldId="268"/>
            <ac:grpSpMk id="9" creationId="{00000000-0000-0000-0000-000000000000}"/>
          </ac:grpSpMkLst>
        </pc:grpChg>
        <pc:picChg chg="add mod">
          <ac:chgData name="ismael sylla" userId="c797cd10458da4a1" providerId="LiveId" clId="{68718645-A835-49BE-87A0-DA6E4FA3DBCF}" dt="2025-11-03T09:35:57.932" v="202"/>
          <ac:picMkLst>
            <pc:docMk/>
            <pc:sldMk cId="0" sldId="268"/>
            <ac:picMk id="17" creationId="{701A1EC9-67DA-2F80-CA16-301D5A37EA8C}"/>
          </ac:picMkLst>
        </pc:picChg>
        <pc:picChg chg="add mod">
          <ac:chgData name="ismael sylla" userId="c797cd10458da4a1" providerId="LiveId" clId="{68718645-A835-49BE-87A0-DA6E4FA3DBCF}" dt="2025-11-03T09:36:05.556" v="206" actId="1076"/>
          <ac:picMkLst>
            <pc:docMk/>
            <pc:sldMk cId="0" sldId="268"/>
            <ac:picMk id="18" creationId="{32FDB877-71AD-44BB-EC92-345731E83AE2}"/>
          </ac:picMkLst>
        </pc:picChg>
        <pc:picChg chg="add mod">
          <ac:chgData name="ismael sylla" userId="c797cd10458da4a1" providerId="LiveId" clId="{68718645-A835-49BE-87A0-DA6E4FA3DBCF}" dt="2025-11-03T09:36:07.189" v="207" actId="1076"/>
          <ac:picMkLst>
            <pc:docMk/>
            <pc:sldMk cId="0" sldId="268"/>
            <ac:picMk id="19" creationId="{446945A4-6CE7-8A32-A7EC-5D014AA3BCFE}"/>
          </ac:picMkLst>
        </pc:picChg>
      </pc:sldChg>
      <pc:sldChg chg="addSp delSp modSp add mod setBg">
        <pc:chgData name="ismael sylla" userId="c797cd10458da4a1" providerId="LiveId" clId="{68718645-A835-49BE-87A0-DA6E4FA3DBCF}" dt="2025-11-03T09:26:54.542" v="139" actId="1076"/>
        <pc:sldMkLst>
          <pc:docMk/>
          <pc:sldMk cId="0" sldId="269"/>
        </pc:sldMkLst>
        <pc:spChg chg="add mod">
          <ac:chgData name="ismael sylla" userId="c797cd10458da4a1" providerId="LiveId" clId="{68718645-A835-49BE-87A0-DA6E4FA3DBCF}" dt="2025-11-03T09:26:49.120" v="138" actId="1076"/>
          <ac:spMkLst>
            <pc:docMk/>
            <pc:sldMk cId="0" sldId="269"/>
            <ac:spMk id="7" creationId="{7B524730-6C0A-E312-EE2C-0C4BFD3B9D0B}"/>
          </ac:spMkLst>
        </pc:spChg>
        <pc:spChg chg="mod">
          <ac:chgData name="ismael sylla" userId="c797cd10458da4a1" providerId="LiveId" clId="{68718645-A835-49BE-87A0-DA6E4FA3DBCF}" dt="2025-11-03T09:24:12.970" v="89" actId="1076"/>
          <ac:spMkLst>
            <pc:docMk/>
            <pc:sldMk cId="0" sldId="269"/>
            <ac:spMk id="54" creationId="{00000000-0000-0000-0000-000000000000}"/>
          </ac:spMkLst>
        </pc:spChg>
        <pc:spChg chg="mod">
          <ac:chgData name="ismael sylla" userId="c797cd10458da4a1" providerId="LiveId" clId="{68718645-A835-49BE-87A0-DA6E4FA3DBCF}" dt="2025-11-03T09:22:07.342" v="77" actId="6549"/>
          <ac:spMkLst>
            <pc:docMk/>
            <pc:sldMk cId="0" sldId="269"/>
            <ac:spMk id="57" creationId="{00000000-0000-0000-0000-000000000000}"/>
          </ac:spMkLst>
        </pc:spChg>
        <pc:picChg chg="del mod">
          <ac:chgData name="ismael sylla" userId="c797cd10458da4a1" providerId="LiveId" clId="{68718645-A835-49BE-87A0-DA6E4FA3DBCF}" dt="2025-11-03T09:22:16.827" v="81" actId="478"/>
          <ac:picMkLst>
            <pc:docMk/>
            <pc:sldMk cId="0" sldId="269"/>
            <ac:picMk id="2" creationId="{5117BDFB-A30D-4427-C0AC-8BADD620A4D8}"/>
          </ac:picMkLst>
        </pc:picChg>
        <pc:picChg chg="add mod">
          <ac:chgData name="ismael sylla" userId="c797cd10458da4a1" providerId="LiveId" clId="{68718645-A835-49BE-87A0-DA6E4FA3DBCF}" dt="2025-11-03T09:20:16.649" v="65" actId="14100"/>
          <ac:picMkLst>
            <pc:docMk/>
            <pc:sldMk cId="0" sldId="269"/>
            <ac:picMk id="4" creationId="{8E5C3BFE-7289-3D7A-8079-2BB73077AF1E}"/>
          </ac:picMkLst>
        </pc:picChg>
        <pc:picChg chg="add mod">
          <ac:chgData name="ismael sylla" userId="c797cd10458da4a1" providerId="LiveId" clId="{68718645-A835-49BE-87A0-DA6E4FA3DBCF}" dt="2025-11-03T09:23:56.711" v="88" actId="14100"/>
          <ac:picMkLst>
            <pc:docMk/>
            <pc:sldMk cId="0" sldId="269"/>
            <ac:picMk id="6" creationId="{A9EC51B8-8B3E-BE6C-307D-0B30405AC590}"/>
          </ac:picMkLst>
        </pc:picChg>
        <pc:picChg chg="mod">
          <ac:chgData name="ismael sylla" userId="c797cd10458da4a1" providerId="LiveId" clId="{68718645-A835-49BE-87A0-DA6E4FA3DBCF}" dt="2025-11-03T09:26:54.542" v="139" actId="1076"/>
          <ac:picMkLst>
            <pc:docMk/>
            <pc:sldMk cId="0" sldId="269"/>
            <ac:picMk id="55" creationId="{00000000-0000-0000-0000-000000000000}"/>
          </ac:picMkLst>
        </pc:picChg>
      </pc:sldChg>
      <pc:sldChg chg="new del">
        <pc:chgData name="ismael sylla" userId="c797cd10458da4a1" providerId="LiveId" clId="{68718645-A835-49BE-87A0-DA6E4FA3DBCF}" dt="2025-11-03T08:21:32.110" v="10" actId="2696"/>
        <pc:sldMkLst>
          <pc:docMk/>
          <pc:sldMk cId="2374962037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7C615-2329-438D-9178-03F886D25000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05553-8663-4A55-B189-4673C36862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91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jpeg"/><Relationship Id="rId7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371600" y="3473034"/>
            <a:ext cx="12956400" cy="1235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lvl="0" algn="l"/>
            <a:r>
              <a:rPr lang="en-US" sz="8000" u="sng" spc="-44" dirty="0">
                <a:solidFill>
                  <a:schemeClr val="tx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Amazon Reviews</a:t>
            </a:r>
            <a:endParaRPr sz="8000" dirty="0">
              <a:solidFill>
                <a:schemeClr val="tx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9550" y="4381500"/>
            <a:ext cx="7636900" cy="509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01" y="1574750"/>
            <a:ext cx="1946550" cy="13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1470950" y="6171328"/>
            <a:ext cx="10630200" cy="1066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algn="l">
              <a:lnSpc>
                <a:spcPts val="8360"/>
              </a:lnSpc>
            </a:pPr>
            <a:br>
              <a:rPr lang="en-US" sz="5600" spc="-44" dirty="0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lang="en-US" spc="-44" dirty="0">
              <a:solidFill>
                <a:schemeClr val="accent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" name="Image 3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8E5C3BFE-7289-3D7A-8079-2BB73077A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574750"/>
            <a:ext cx="2743199" cy="13589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9EC51B8-8B3E-BE6C-307D-0B30405AC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449578"/>
            <a:ext cx="5525759" cy="336092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B524730-6C0A-E312-EE2C-0C4BFD3B9D0B}"/>
              </a:ext>
            </a:extLst>
          </p:cNvPr>
          <p:cNvSpPr txBox="1"/>
          <p:nvPr/>
        </p:nvSpPr>
        <p:spPr>
          <a:xfrm>
            <a:off x="1678053" y="9029700"/>
            <a:ext cx="434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spc="-44" dirty="0">
                <a:solidFill>
                  <a:schemeClr val="tx2"/>
                </a:solidFill>
                <a:latin typeface="League Spartan"/>
              </a:rPr>
              <a:t>Ismaël SYLLA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909741" y="1549401"/>
            <a:ext cx="7989662" cy="681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Contexte et objectifs du projet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Démarche globale du projet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Architecture technique et méthodologie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Résultats et livrables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Valeur business &amp; perspectives </a:t>
            </a:r>
          </a:p>
          <a:p>
            <a:pPr algn="l">
              <a:lnSpc>
                <a:spcPts val="7840"/>
              </a:lnSpc>
            </a:pP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613662" y="1549401"/>
            <a:ext cx="776617" cy="681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algn="r">
              <a:lnSpc>
                <a:spcPts val="7840"/>
              </a:lnSpc>
            </a:pP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09741" y="2643880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>
            <a:off x="2909741" y="3663055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AutoShape 10"/>
          <p:cNvSpPr/>
          <p:nvPr/>
        </p:nvSpPr>
        <p:spPr>
          <a:xfrm>
            <a:off x="2909741" y="4682230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>
            <a:off x="2909741" y="5703409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 rot="-5400000">
            <a:off x="-2136800" y="4497386"/>
            <a:ext cx="7708544" cy="129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10100" spc="-505" dirty="0">
                <a:solidFill>
                  <a:srgbClr val="FAF2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34954" y="3587856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458002" y="4882373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834954" y="4715686"/>
            <a:ext cx="4222956" cy="257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📦 Contexte :</a:t>
            </a:r>
          </a:p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Amazon reçoit des millions d’avis clients par jour. Identifier les plus utiles est un enjeu crucial pour :</a:t>
            </a:r>
          </a:p>
          <a:p>
            <a:pPr marL="347536" lvl="1" indent="-173768" algn="l">
              <a:lnSpc>
                <a:spcPts val="2575"/>
              </a:lnSpc>
              <a:buFont typeface="Arial"/>
              <a:buChar char="•"/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améliorer les produits,</a:t>
            </a:r>
          </a:p>
          <a:p>
            <a:pPr marL="347536" lvl="1" indent="-173768" algn="l">
              <a:lnSpc>
                <a:spcPts val="2575"/>
              </a:lnSpc>
              <a:buFont typeface="Arial"/>
              <a:buChar char="•"/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ajuster la logistique,</a:t>
            </a:r>
          </a:p>
          <a:p>
            <a:pPr marL="347536" lvl="1" indent="-173768" algn="l">
              <a:lnSpc>
                <a:spcPts val="2575"/>
              </a:lnSpc>
              <a:buFont typeface="Arial"/>
              <a:buChar char="•"/>
            </a:pPr>
            <a:r>
              <a:rPr lang="en-US" sz="1609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renforcer la satisfaction client.</a:t>
            </a:r>
          </a:p>
          <a:p>
            <a:pPr algn="l">
              <a:lnSpc>
                <a:spcPts val="2575"/>
              </a:lnSpc>
            </a:pPr>
            <a:endParaRPr lang="en-US" sz="1609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89235" y="4715686"/>
            <a:ext cx="4222956" cy="225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⚠️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Problématique</a:t>
            </a: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algn="l">
              <a:lnSpc>
                <a:spcPts val="2575"/>
              </a:lnSpc>
            </a:pP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Comment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construire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une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solution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automatisée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capable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d’analyser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, de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catégoriser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et de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valoriser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les avis les plus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pertinents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, tout en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respectant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les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contraintes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réglementaires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et techniques </a:t>
            </a:r>
            <a:r>
              <a:rPr lang="en-US" sz="1609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d’Amazon</a:t>
            </a: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4954" y="2249398"/>
            <a:ext cx="8074697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Contexte et problématique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2649929" y="1312616"/>
            <a:ext cx="5647596" cy="4487192"/>
            <a:chOff x="0" y="0"/>
            <a:chExt cx="3901440" cy="3099816"/>
          </a:xfrm>
        </p:grpSpPr>
        <p:sp>
          <p:nvSpPr>
            <p:cNvPr id="15" name="Freeform 15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t="-526" b="-5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649929" y="5799808"/>
            <a:ext cx="5647596" cy="4487192"/>
            <a:chOff x="0" y="0"/>
            <a:chExt cx="3901440" cy="3099816"/>
          </a:xfrm>
        </p:grpSpPr>
        <p:sp>
          <p:nvSpPr>
            <p:cNvPr id="18" name="Freeform 18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4"/>
              <a:stretch>
                <a:fillRect t="-526" b="-5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9200" y="2249398"/>
            <a:ext cx="469753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53D0854A-ECDA-9161-9954-8A83B2A7EC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25200" y="5258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 22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E29FA274-DD50-AC8C-C983-BFC4BAAB17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0"/>
            <a:ext cx="3966498" cy="135895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5E76386F-09E0-E4AC-EDF9-DBD3B5570B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055" y="-3776"/>
            <a:ext cx="3352800" cy="1302100"/>
          </a:xfrm>
          <a:prstGeom prst="rect">
            <a:avLst/>
          </a:prstGeom>
        </p:spPr>
      </p:pic>
      <p:pic>
        <p:nvPicPr>
          <p:cNvPr id="25" name="Google Shape;56;p13">
            <a:extLst>
              <a:ext uri="{FF2B5EF4-FFF2-40B4-BE49-F238E27FC236}">
                <a16:creationId xmlns:a16="http://schemas.microsoft.com/office/drawing/2014/main" id="{F07DC3F5-4C14-6999-30EF-9AE4B362D4A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Image 25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E15A4573-2CEB-C5C0-00A6-30D27B2947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EAB9A1A-4452-4C01-D53D-DD6AC781F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355405"/>
            <a:ext cx="8477814" cy="3931595"/>
            <a:chOff x="0" y="0"/>
            <a:chExt cx="11303752" cy="524212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8731" b="18731"/>
            <a:stretch>
              <a:fillRect/>
            </a:stretch>
          </p:blipFill>
          <p:spPr>
            <a:xfrm>
              <a:off x="0" y="0"/>
              <a:ext cx="5588376" cy="5242127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14376" r="14376"/>
            <a:stretch>
              <a:fillRect/>
            </a:stretch>
          </p:blipFill>
          <p:spPr>
            <a:xfrm>
              <a:off x="5715376" y="0"/>
              <a:ext cx="5588376" cy="5242127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15708" y="3666253"/>
            <a:ext cx="1111965" cy="1113674"/>
          </a:xfrm>
          <a:custGeom>
            <a:avLst/>
            <a:gdLst/>
            <a:ahLst/>
            <a:cxnLst/>
            <a:rect l="l" t="t" r="r" b="b"/>
            <a:pathLst>
              <a:path w="1111965" h="1113674">
                <a:moveTo>
                  <a:pt x="0" y="0"/>
                </a:moveTo>
                <a:lnTo>
                  <a:pt x="1111965" y="0"/>
                </a:lnTo>
                <a:lnTo>
                  <a:pt x="1111965" y="1113674"/>
                </a:lnTo>
                <a:lnTo>
                  <a:pt x="0" y="1113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2806511" y="3307056"/>
            <a:ext cx="5663048" cy="63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🎯 Objectif global :</a:t>
            </a:r>
          </a:p>
          <a:p>
            <a:pPr algn="l">
              <a:lnSpc>
                <a:spcPts val="2575"/>
              </a:lnSpc>
            </a:pP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Transformer les avis clients en insights exploitable.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1178" y="1922348"/>
            <a:ext cx="6125046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Objectifs du projet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46871" y="9444641"/>
            <a:ext cx="2130655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D2BAE828-BF87-BB19-4401-4D3152434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032774"/>
              </p:ext>
            </p:extLst>
          </p:nvPr>
        </p:nvGraphicFramePr>
        <p:xfrm>
          <a:off x="9372600" y="2019837"/>
          <a:ext cx="8229600" cy="692943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08650301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90077033"/>
                    </a:ext>
                  </a:extLst>
                </a:gridCol>
              </a:tblGrid>
              <a:tr h="138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Objectif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Indicateur de succès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410"/>
                  </a:ext>
                </a:extLst>
              </a:tr>
              <a:tr h="138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Identifier les avis utiles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Précision du modèle &gt; 85 %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4633"/>
                  </a:ext>
                </a:extLst>
              </a:tr>
              <a:tr h="138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Catégoriser les thèmes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≥ 90 % de couverture thématique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850327"/>
                  </a:ext>
                </a:extLst>
              </a:tr>
              <a:tr h="138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Restituer les insights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Dashboard BI opérationnel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903119"/>
                  </a:ext>
                </a:extLst>
              </a:tr>
              <a:tr h="138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Garantir la conformité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Traçabilité et anonymisation RGPD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572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6F44FEB2-2BA7-4CBA-4673-7EB804AD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2019837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002250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C9CC8CE2-3912-9258-C087-FB519CBAA2A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6016B34B-03F4-1DAB-3340-B2FB87670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CF1C9DD-47ED-6766-69B0-15E171B0A7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pSp>
        <p:nvGrpSpPr>
          <p:cNvPr id="22" name="Group 10">
            <a:extLst>
              <a:ext uri="{FF2B5EF4-FFF2-40B4-BE49-F238E27FC236}">
                <a16:creationId xmlns:a16="http://schemas.microsoft.com/office/drawing/2014/main" id="{685F3FE4-73B2-CB97-F951-71F7DE467148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972CCF1-9336-9D1E-7793-95D0BF072E35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1B7EB79A-B642-D58B-8F2E-F7ACEF2EFA16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1178" y="1922348"/>
            <a:ext cx="8075625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Démarche globale (Steps 1 → 6)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2368840" y="3843802"/>
            <a:ext cx="10408799" cy="451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🧩 1. Analyse stratégique (SWOT) : compréhension du contexte Amazon.</a:t>
            </a:r>
          </a:p>
          <a:p>
            <a:pPr algn="l">
              <a:lnSpc>
                <a:spcPts val="2575"/>
              </a:lnSpc>
            </a:pPr>
            <a:endParaRPr lang="en-US" sz="1609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💡 2. Identification des besoins : Design Thinking, cas d’usage.</a:t>
            </a:r>
          </a:p>
          <a:p>
            <a:pPr algn="l">
              <a:lnSpc>
                <a:spcPts val="2575"/>
              </a:lnSpc>
            </a:pPr>
            <a:endParaRPr lang="en-US" sz="1609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🔍 3. Veille technologique et réglementaire : RGPD, AI Act, CCPA.</a:t>
            </a:r>
          </a:p>
          <a:p>
            <a:pPr algn="l">
              <a:lnSpc>
                <a:spcPts val="2575"/>
              </a:lnSpc>
            </a:pPr>
            <a:endParaRPr lang="en-US" sz="1609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📂 4. Sélection et cartographie des données : tables clés (reviews, products, orders).</a:t>
            </a:r>
          </a:p>
          <a:p>
            <a:pPr algn="l">
              <a:lnSpc>
                <a:spcPts val="2575"/>
              </a:lnSpc>
            </a:pPr>
            <a:endParaRPr lang="en-US" sz="1609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🤖 5. Prototype NLP : analyse de sentiment, classification, score d’utilité.</a:t>
            </a:r>
          </a:p>
          <a:p>
            <a:pPr algn="l">
              <a:lnSpc>
                <a:spcPts val="2575"/>
              </a:lnSpc>
            </a:pPr>
            <a:endParaRPr lang="en-US" sz="1609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09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⚙️ 6. Spécifications techniques : pipeline AWS, RACI, risques, conformité.</a:t>
            </a:r>
          </a:p>
          <a:p>
            <a:pPr algn="l">
              <a:lnSpc>
                <a:spcPts val="2575"/>
              </a:lnSpc>
            </a:pPr>
            <a:endParaRPr lang="en-US" sz="1609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09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🧠 Une approche complète mêlant stratégie, technologie et gouvernance.</a:t>
            </a:r>
          </a:p>
          <a:p>
            <a:pPr algn="l">
              <a:lnSpc>
                <a:spcPts val="2575"/>
              </a:lnSpc>
            </a:pPr>
            <a:endParaRPr lang="en-US" sz="1609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Google Shape;56;p13">
            <a:extLst>
              <a:ext uri="{FF2B5EF4-FFF2-40B4-BE49-F238E27FC236}">
                <a16:creationId xmlns:a16="http://schemas.microsoft.com/office/drawing/2014/main" id="{75D0C101-D82F-6332-3CD0-58982AF4F7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2E8F8010-4A2F-0A7B-9A38-BB98C0552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790553F-B2B7-01A1-9454-644BD7DED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3238488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151829" y="4602196"/>
            <a:ext cx="3034633" cy="3191297"/>
          </a:xfrm>
          <a:custGeom>
            <a:avLst/>
            <a:gdLst/>
            <a:ahLst/>
            <a:cxnLst/>
            <a:rect l="l" t="t" r="r" b="b"/>
            <a:pathLst>
              <a:path w="3034633" h="3191297">
                <a:moveTo>
                  <a:pt x="0" y="0"/>
                </a:moveTo>
                <a:lnTo>
                  <a:pt x="3034633" y="0"/>
                </a:lnTo>
                <a:lnTo>
                  <a:pt x="3034633" y="3191297"/>
                </a:lnTo>
                <a:lnTo>
                  <a:pt x="0" y="319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1178" y="1956689"/>
            <a:ext cx="5160452" cy="11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technique (AWS)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0274" y="3963526"/>
            <a:ext cx="6734422" cy="382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244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Collecte</a:t>
            </a: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avis clients] → [Stockage S3 (Bronze)]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244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Nettoyage</a:t>
            </a: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et </a:t>
            </a:r>
            <a:r>
              <a:rPr lang="en-US" sz="244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préparation</a:t>
            </a: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- AWS Glue]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244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Analyse</a:t>
            </a: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NLP / Scoring - SageMaker]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[Stockage </a:t>
            </a:r>
            <a:r>
              <a:rPr lang="en-US" sz="244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enrichi</a:t>
            </a: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- Redshift (Gold Layer)]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[Dashboard BI - </a:t>
            </a:r>
            <a:r>
              <a:rPr lang="en-US" sz="244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QuickSight</a:t>
            </a:r>
            <a:r>
              <a:rPr lang="en-US" sz="244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/ Power BI]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81812" y="4095364"/>
            <a:ext cx="5774524" cy="356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🧱 </a:t>
            </a:r>
            <a:r>
              <a:rPr lang="en-US" sz="227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Outils</a:t>
            </a: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7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clés</a:t>
            </a: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ctr">
              <a:lnSpc>
                <a:spcPts val="3179"/>
              </a:lnSpc>
              <a:spcBef>
                <a:spcPct val="0"/>
              </a:spcBef>
            </a:pPr>
            <a:endParaRPr lang="en-US" sz="2270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S3, Glue, Lambda, SageMaker, Redshift, </a:t>
            </a:r>
            <a:r>
              <a:rPr lang="en-US" sz="227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QuickSight</a:t>
            </a:r>
            <a:endParaRPr lang="en-US" sz="2270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Python, NLTK, VADER, Hugging Face</a:t>
            </a:r>
          </a:p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Airflow (orchestration)</a:t>
            </a:r>
          </a:p>
          <a:p>
            <a:pPr algn="ctr">
              <a:lnSpc>
                <a:spcPts val="3179"/>
              </a:lnSpc>
              <a:spcBef>
                <a:spcPct val="0"/>
              </a:spcBef>
            </a:pPr>
            <a:endParaRPr lang="en-US" sz="2270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Respect RGPD : </a:t>
            </a:r>
            <a:r>
              <a:rPr lang="en-US" sz="227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anonymisation</a:t>
            </a:r>
            <a:r>
              <a:rPr lang="en-US" sz="2270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&amp; </a:t>
            </a:r>
            <a:r>
              <a:rPr lang="en-US" sz="2270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auditabilité</a:t>
            </a:r>
            <a:endParaRPr lang="en-US" sz="2270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" name="Google Shape;56;p13">
            <a:extLst>
              <a:ext uri="{FF2B5EF4-FFF2-40B4-BE49-F238E27FC236}">
                <a16:creationId xmlns:a16="http://schemas.microsoft.com/office/drawing/2014/main" id="{32198DF1-C101-B292-AA2D-24801C9BED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15E12FAD-A3B2-D848-F0B6-21C9D2CA9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0"/>
            <a:ext cx="3966498" cy="13589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E740AC1-2A89-836F-086A-25EBB306E2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pSp>
        <p:nvGrpSpPr>
          <p:cNvPr id="19" name="Group 10">
            <a:extLst>
              <a:ext uri="{FF2B5EF4-FFF2-40B4-BE49-F238E27FC236}">
                <a16:creationId xmlns:a16="http://schemas.microsoft.com/office/drawing/2014/main" id="{AADFCEBB-7BEC-C75C-EBC7-96DBF0768DBB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40B06F47-0867-FF20-9EC4-51B8E7BEFA36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8FE3D2C5-A766-06C0-DF47-40D270AA5BEF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39753" y="3220245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1178" y="1903298"/>
            <a:ext cx="5254579" cy="11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Prototype NLP :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Analyse</a:t>
            </a: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des avis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786505"/>
            <a:ext cx="18004399" cy="389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📊 Étapes du pipeline NLP :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n-US" sz="2214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8196" lvl="1" indent="-239098" algn="l">
              <a:lnSpc>
                <a:spcPts val="3100"/>
              </a:lnSpc>
              <a:buFont typeface="Arial"/>
              <a:buChar char="•"/>
            </a:pP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Nettoyage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du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texte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stopwords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tokenisation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marL="478196" lvl="1" indent="-239098" algn="l">
              <a:lnSpc>
                <a:spcPts val="3100"/>
              </a:lnSpc>
              <a:buFont typeface="Arial"/>
              <a:buChar char="•"/>
            </a:pP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Détection de la langue</a:t>
            </a:r>
          </a:p>
          <a:p>
            <a:pPr marL="478196" lvl="1" indent="-239098" algn="l">
              <a:lnSpc>
                <a:spcPts val="3100"/>
              </a:lnSpc>
              <a:buFont typeface="Arial"/>
              <a:buChar char="•"/>
            </a:pP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Analyse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de sentiment (VADER)</a:t>
            </a:r>
          </a:p>
          <a:p>
            <a:pPr marL="478196" lvl="1" indent="-239098" algn="l">
              <a:lnSpc>
                <a:spcPts val="3100"/>
              </a:lnSpc>
              <a:buFont typeface="Arial"/>
              <a:buChar char="•"/>
            </a:pP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Classification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thématique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(Zero-shot / K-Means)</a:t>
            </a:r>
          </a:p>
          <a:p>
            <a:pPr marL="478196" lvl="1" indent="-239098" algn="l">
              <a:lnSpc>
                <a:spcPts val="3100"/>
              </a:lnSpc>
              <a:buFont typeface="Arial"/>
              <a:buChar char="•"/>
            </a:pP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Calcul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du score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d’utilité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(pertinence,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récence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, votes “utile”)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endParaRPr lang="en-US" sz="2214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💡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Résultat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Avis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automatiquement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classés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par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thèmes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et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scorés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selon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leur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utilité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14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réelle</a:t>
            </a:r>
            <a:r>
              <a:rPr lang="en-US" sz="2214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13" name="Google Shape;56;p13">
            <a:extLst>
              <a:ext uri="{FF2B5EF4-FFF2-40B4-BE49-F238E27FC236}">
                <a16:creationId xmlns:a16="http://schemas.microsoft.com/office/drawing/2014/main" id="{E3485922-AD38-102B-08CC-0FFCF48574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FA6D49A1-4A59-3C18-7205-3D9DF8D3C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9D87393-21FA-CDAC-9D7A-95A84225D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3220245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9525"/>
            <a:ext cx="7739556" cy="1312616"/>
            <a:chOff x="0" y="0"/>
            <a:chExt cx="2038402" cy="3457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8402" cy="345710"/>
            </a:xfrm>
            <a:custGeom>
              <a:avLst/>
              <a:gdLst/>
              <a:ahLst/>
              <a:cxnLst/>
              <a:rect l="l" t="t" r="r" b="b"/>
              <a:pathLst>
                <a:path w="2038402" h="345710">
                  <a:moveTo>
                    <a:pt x="0" y="0"/>
                  </a:moveTo>
                  <a:lnTo>
                    <a:pt x="2038402" y="0"/>
                  </a:lnTo>
                  <a:lnTo>
                    <a:pt x="2038402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8402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1178" y="1312748"/>
            <a:ext cx="6611314" cy="198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20"/>
              </a:lnSpc>
            </a:pPr>
            <a:r>
              <a:rPr lang="en-US" sz="4423" b="1" spc="-88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Spécifications fonctionnelles et techniques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D8967E8-3623-FDD1-2795-441CE0AC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941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A3E1F62E-D1B0-EDF6-CF0D-06B1E7889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92444"/>
              </p:ext>
            </p:extLst>
          </p:nvPr>
        </p:nvGraphicFramePr>
        <p:xfrm>
          <a:off x="1676400" y="3695699"/>
          <a:ext cx="15240000" cy="5057592"/>
        </p:xfrm>
        <a:graphic>
          <a:graphicData uri="http://schemas.openxmlformats.org/drawingml/2006/table">
            <a:tbl>
              <a:tblPr/>
              <a:tblGrid>
                <a:gridCol w="5080000">
                  <a:extLst>
                    <a:ext uri="{9D8B030D-6E8A-4147-A177-3AD203B41FA5}">
                      <a16:colId xmlns:a16="http://schemas.microsoft.com/office/drawing/2014/main" val="897222391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718439810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4233175404"/>
                    </a:ext>
                  </a:extLst>
                </a:gridCol>
              </a:tblGrid>
              <a:tr h="84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Domaine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Technologie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Rôle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586610"/>
                  </a:ext>
                </a:extLst>
              </a:tr>
              <a:tr h="84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Langage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Python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Traitement NLP et automatisation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055783"/>
                  </a:ext>
                </a:extLst>
              </a:tr>
              <a:tr h="84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Cloud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AWS (S3, Glue, SageMaker, Redshift)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Pipeline scalable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417664"/>
                  </a:ext>
                </a:extLst>
              </a:tr>
              <a:tr h="84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Visualisation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Power BI / QuickSight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Restitution des insights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086446"/>
                  </a:ext>
                </a:extLst>
              </a:tr>
              <a:tr h="84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Sécurité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IAM, </a:t>
                      </a:r>
                      <a:r>
                        <a:rPr lang="fr-FR" dirty="0" err="1">
                          <a:effectLst/>
                        </a:rPr>
                        <a:t>encryption</a:t>
                      </a:r>
                      <a:r>
                        <a:rPr lang="fr-FR" dirty="0">
                          <a:effectLst/>
                        </a:rPr>
                        <a:t> S3, RGPD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Protection des données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788155"/>
                  </a:ext>
                </a:extLst>
              </a:tr>
              <a:tr h="84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Gouvernance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RACI, Risk Matrix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Responsabilité et fiabilité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554295"/>
                  </a:ext>
                </a:extLst>
              </a:tr>
            </a:tbl>
          </a:graphicData>
        </a:graphic>
      </p:graphicFrame>
      <p:sp>
        <p:nvSpPr>
          <p:cNvPr id="19" name="Rectangle 3">
            <a:extLst>
              <a:ext uri="{FF2B5EF4-FFF2-40B4-BE49-F238E27FC236}">
                <a16:creationId xmlns:a16="http://schemas.microsoft.com/office/drawing/2014/main" id="{94150B83-4207-B1B5-3B32-26FF4D575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304791"/>
            <a:ext cx="2743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5E697800-D186-EDA2-DF66-EE0A06DCE9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 20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DD159150-EBA2-34EE-6054-9CD762F2A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277FDDE-2F68-D5C9-F5E3-4330FD417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26632" y="4599269"/>
            <a:ext cx="4050894" cy="3152332"/>
          </a:xfrm>
          <a:custGeom>
            <a:avLst/>
            <a:gdLst/>
            <a:ahLst/>
            <a:cxnLst/>
            <a:rect l="l" t="t" r="r" b="b"/>
            <a:pathLst>
              <a:path w="4050894" h="3152332">
                <a:moveTo>
                  <a:pt x="0" y="0"/>
                </a:moveTo>
                <a:lnTo>
                  <a:pt x="4050894" y="0"/>
                </a:lnTo>
                <a:lnTo>
                  <a:pt x="4050894" y="3152332"/>
                </a:lnTo>
                <a:lnTo>
                  <a:pt x="0" y="315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V="1">
            <a:off x="5638800" y="3314700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1690" y="1903298"/>
            <a:ext cx="723282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Gouvernance et conformité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" y="4282485"/>
            <a:ext cx="4222956" cy="1928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⚖️ Cadre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réglementaire</a:t>
            </a: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intégré</a:t>
            </a: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47536" lvl="1" indent="-173768" algn="l">
              <a:lnSpc>
                <a:spcPts val="2575"/>
              </a:lnSpc>
              <a:buFont typeface="Arial"/>
              <a:buChar char="•"/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RGPD →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anonymisation</a:t>
            </a: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, droit à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l’effacement</a:t>
            </a:r>
            <a:endParaRPr lang="en-US" sz="1609" spc="1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536" lvl="1" indent="-173768" algn="l">
              <a:lnSpc>
                <a:spcPts val="2575"/>
              </a:lnSpc>
              <a:buFont typeface="Arial"/>
              <a:buChar char="•"/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AI Act → IA explicable et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traçable</a:t>
            </a:r>
            <a:endParaRPr lang="en-US" sz="1609" spc="1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536" lvl="1" indent="-173768" algn="l">
              <a:lnSpc>
                <a:spcPts val="2575"/>
              </a:lnSpc>
              <a:buFont typeface="Arial"/>
              <a:buChar char="•"/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CCPA →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consentement</a:t>
            </a: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609" spc="1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utilisateur</a:t>
            </a:r>
            <a:endParaRPr lang="en-US" sz="1609" spc="1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endParaRPr lang="en-US" sz="1609" spc="1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4C111CF3-57D4-D1D1-042F-FF88FA3D3F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 17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F6280F41-D0D7-AF16-62B0-2DF56E449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6068"/>
            <a:ext cx="3966498" cy="135895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77FF2FD-CD8D-4315-0A18-63CC52830C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9E4ADD3F-A3B5-4A44-8D4D-E5F4260C0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63991"/>
              </p:ext>
            </p:extLst>
          </p:nvPr>
        </p:nvGraphicFramePr>
        <p:xfrm>
          <a:off x="5867400" y="3771900"/>
          <a:ext cx="8229600" cy="313631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7598045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3888106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89361044"/>
                    </a:ext>
                  </a:extLst>
                </a:gridCol>
              </a:tblGrid>
              <a:tr h="62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Rôle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Fonction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Responsabilité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05266"/>
                  </a:ext>
                </a:extLst>
              </a:tr>
              <a:tr h="62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Data Engineer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Pipeline ETL / NLP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Responsable (R)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79619"/>
                  </a:ext>
                </a:extLst>
              </a:tr>
              <a:tr h="62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Data Analyst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Reporting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Approbateur (A)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241627"/>
                  </a:ext>
                </a:extLst>
              </a:tr>
              <a:tr h="62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Product Owner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Cadrage fonctionnel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Consulté (C)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095701"/>
                  </a:ext>
                </a:extLst>
              </a:tr>
              <a:tr h="62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DPO / Sécurité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RGPD / conformité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Informé (I)</a:t>
                      </a:r>
                    </a:p>
                  </a:txBody>
                  <a:tcPr anchor="ctr">
                    <a:lnL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49361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5E17EADC-07A6-73BD-DD24-41C69E0AC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72399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8763000" y="3282582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1690" y="1903298"/>
            <a:ext cx="723282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Valeur business et impact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9600" y="4259909"/>
            <a:ext cx="7648007" cy="243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🚀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Bénéfices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clés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pour Amazon :</a:t>
            </a:r>
          </a:p>
          <a:p>
            <a:pPr algn="l">
              <a:lnSpc>
                <a:spcPts val="2786"/>
              </a:lnSpc>
            </a:pPr>
            <a:endParaRPr lang="en-US" sz="1741" spc="15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75997" lvl="1" indent="-187998" algn="l">
              <a:lnSpc>
                <a:spcPts val="2786"/>
              </a:lnSpc>
              <a:buFont typeface="Arial"/>
              <a:buChar char="•"/>
            </a:pP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Gain de temps dans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l’analyse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des retours clients</a:t>
            </a:r>
          </a:p>
          <a:p>
            <a:pPr marL="375997" lvl="1" indent="-187998" algn="l">
              <a:lnSpc>
                <a:spcPts val="2786"/>
              </a:lnSpc>
              <a:buFont typeface="Arial"/>
              <a:buChar char="•"/>
            </a:pP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Meilleure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qualité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produit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grâce à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l’écoute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client</a:t>
            </a:r>
          </a:p>
          <a:p>
            <a:pPr marL="375997" lvl="1" indent="-187998" algn="l">
              <a:lnSpc>
                <a:spcPts val="2786"/>
              </a:lnSpc>
              <a:buFont typeface="Arial"/>
              <a:buChar char="•"/>
            </a:pP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Réduction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des faux avis et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amélioration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de la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fiabilité</a:t>
            </a:r>
            <a:endParaRPr lang="en-US" sz="1741" spc="15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75997" lvl="1" indent="-187998" algn="l">
              <a:lnSpc>
                <a:spcPts val="2786"/>
              </a:lnSpc>
              <a:buFont typeface="Arial"/>
              <a:buChar char="•"/>
            </a:pP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Support à la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décision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pour la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logistique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et le marketing</a:t>
            </a:r>
          </a:p>
          <a:p>
            <a:pPr algn="l">
              <a:lnSpc>
                <a:spcPts val="2786"/>
              </a:lnSpc>
            </a:pPr>
            <a:endParaRPr lang="en-US" sz="1741" spc="15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34600" y="4646950"/>
            <a:ext cx="6982718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📈 Impact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mesurable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+20 % de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rapidité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dans la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détection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problèmes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produit</a:t>
            </a: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+15 % de satisfaction client sur les avis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positifs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qualifiés</a:t>
            </a: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Intégration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native AWS →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industrialisation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facilitée</a:t>
            </a: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" name="Google Shape;56;p13">
            <a:extLst>
              <a:ext uri="{FF2B5EF4-FFF2-40B4-BE49-F238E27FC236}">
                <a16:creationId xmlns:a16="http://schemas.microsoft.com/office/drawing/2014/main" id="{670A7B8C-A690-3E71-1FE8-3581BC99C94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5FEC591B-26A3-E753-63E4-D752DBFE2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D2D09F2-5F22-D898-52AC-B37D94D94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4B6931D7-3B2F-10EC-0071-F0804FEF98C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25200" y="23394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5C8133FD-E186-D6AB-16D6-CD0A60FF7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8136"/>
            <a:ext cx="3966498" cy="1358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8991600" y="3162300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1690" y="1903298"/>
            <a:ext cx="723282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et perspectives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200" y="3820706"/>
            <a:ext cx="7648007" cy="2080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✅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Synthèse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algn="l">
              <a:lnSpc>
                <a:spcPts val="2786"/>
              </a:lnSpc>
            </a:pPr>
            <a:endParaRPr lang="en-US" sz="1741" spc="15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786"/>
              </a:lnSpc>
            </a:pP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Le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projet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Amazon Reviews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prouve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valeur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des données clients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comme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levier </a:t>
            </a:r>
            <a:r>
              <a:rPr lang="en-US" sz="1741" spc="15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d’innovation</a:t>
            </a:r>
            <a:r>
              <a:rPr lang="en-US" sz="1741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et de satisfaction.</a:t>
            </a:r>
          </a:p>
          <a:p>
            <a:pPr algn="l">
              <a:lnSpc>
                <a:spcPts val="2786"/>
              </a:lnSpc>
            </a:pP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Il </a:t>
            </a:r>
            <a:r>
              <a:rPr lang="en-US" sz="1741" spc="16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associe</a:t>
            </a: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1" spc="16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stratégie</a:t>
            </a: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, data et IA dans </a:t>
            </a:r>
            <a:r>
              <a:rPr lang="en-US" sz="1741" spc="16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une</a:t>
            </a: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1" spc="16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approche</a:t>
            </a: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1" spc="16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sécurisée</a:t>
            </a: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741" spc="16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conforme</a:t>
            </a:r>
            <a:r>
              <a:rPr lang="en-US" sz="1741" spc="16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et scalable.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53600" y="3820706"/>
            <a:ext cx="8011418" cy="23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💡 Perspectives :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Intégration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de LLM (Large Language Models) pour un scoring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contextuel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avancé</a:t>
            </a: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Mise en place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d’une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IA explicable (XAI) pour la transparence des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résultats</a:t>
            </a: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Automatisation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complète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via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MLOps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AWS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endParaRPr lang="en-US" sz="1899" dirty="0">
              <a:solidFill>
                <a:srgbClr val="00225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092525" y="9317565"/>
            <a:ext cx="1018976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🧭 Une solution à la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croisée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l’innovation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, de la </a:t>
            </a:r>
            <a:r>
              <a:rPr lang="en-US" sz="1899" dirty="0" err="1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gouvernance</a:t>
            </a:r>
            <a:r>
              <a:rPr lang="en-US" sz="1899" dirty="0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 et de la performance client.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01A1EC9-67DA-2F80-CA16-301D5A37E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8" name="Google Shape;56;p13">
            <a:extLst>
              <a:ext uri="{FF2B5EF4-FFF2-40B4-BE49-F238E27FC236}">
                <a16:creationId xmlns:a16="http://schemas.microsoft.com/office/drawing/2014/main" id="{32FDB877-71AD-44BB-EC92-345731E83A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446945A4-6CE7-8A32-A7EC-5D014AA3B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742</Words>
  <Application>Microsoft Office PowerPoint</Application>
  <PresentationFormat>Personnalisé</PresentationFormat>
  <Paragraphs>155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League Spartan</vt:lpstr>
      <vt:lpstr>Open Sans</vt:lpstr>
      <vt:lpstr>Gotham Bold</vt:lpstr>
      <vt:lpstr>Arial</vt:lpstr>
      <vt:lpstr>Calibri</vt:lpstr>
      <vt:lpstr>Aptos</vt:lpstr>
      <vt:lpstr>Inter SemiBold</vt:lpstr>
      <vt:lpstr>Gotham</vt:lpstr>
      <vt:lpstr>Office Theme</vt:lpstr>
      <vt:lpstr>Amazon Reviews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Reviews : Détection et catégorisation intelligente des avis clients</dc:title>
  <cp:lastModifiedBy>ismael sylla</cp:lastModifiedBy>
  <cp:revision>1</cp:revision>
  <dcterms:created xsi:type="dcterms:W3CDTF">2006-08-16T00:00:00Z</dcterms:created>
  <dcterms:modified xsi:type="dcterms:W3CDTF">2025-11-03T09:38:41Z</dcterms:modified>
  <dc:identifier>DAG3cwB6bCo</dc:identifier>
</cp:coreProperties>
</file>